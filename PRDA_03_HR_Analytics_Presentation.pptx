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86E5"/>
                </a:solidFill>
              </a:defRPr>
            </a:pPr>
            <a:r>
              <a:t>PRDA – 03</a:t>
            </a:r>
          </a:p>
          <a:p>
            <a:pPr>
              <a:defRPr sz="4000" b="1">
                <a:solidFill>
                  <a:srgbClr val="1F4E79"/>
                </a:solidFill>
              </a:defRPr>
            </a:pPr>
            <a:r>
              <a:t>HR ANALYTICS</a:t>
            </a:r>
          </a:p>
          <a:p>
            <a:pPr>
              <a:defRPr sz="2000">
                <a:solidFill>
                  <a:srgbClr val="2D2D2D"/>
                </a:solidFill>
              </a:defRPr>
            </a:pPr>
            <a:r>
              <a:t>Power BI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9319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Submitted to: </a:t>
            </a:r>
            <a:r>
              <a:rPr dirty="0" err="1"/>
              <a:t>DataMites</a:t>
            </a:r>
            <a:endParaRPr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Centre: Bengaluru – Marathahalli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Submitted by: Mir </a:t>
            </a:r>
            <a:r>
              <a:rPr dirty="0" err="1"/>
              <a:t>Sadab</a:t>
            </a:r>
            <a:r>
              <a:rPr dirty="0"/>
              <a:t> Ali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Tool: Microsoft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4067-FFE6-23BD-1083-A4FA6C30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2403987" cy="1143000"/>
          </a:xfrm>
        </p:spPr>
        <p:txBody>
          <a:bodyPr>
            <a:normAutofit/>
          </a:bodyPr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8B38-4633-9651-06C0-E7D1F02D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Project Objective</a:t>
            </a:r>
          </a:p>
          <a:p>
            <a:r>
              <a:rPr lang="en-IN" dirty="0"/>
              <a:t>Dataset &amp; Data Preparation</a:t>
            </a:r>
          </a:p>
          <a:p>
            <a:r>
              <a:rPr lang="en-IN" dirty="0"/>
              <a:t>Key Performance Indicators</a:t>
            </a:r>
          </a:p>
          <a:p>
            <a:r>
              <a:rPr lang="en-IN" dirty="0"/>
              <a:t>Workforce Distribution</a:t>
            </a:r>
          </a:p>
          <a:p>
            <a:r>
              <a:rPr lang="en-IN" dirty="0"/>
              <a:t>Workforce Demographics</a:t>
            </a:r>
          </a:p>
          <a:p>
            <a:r>
              <a:rPr lang="en-IN" dirty="0"/>
              <a:t>Hiring &amp; Termination Trends</a:t>
            </a:r>
          </a:p>
          <a:p>
            <a:r>
              <a:rPr lang="en-IN" dirty="0"/>
              <a:t>Employee Status &amp; Job Titles</a:t>
            </a:r>
          </a:p>
          <a:p>
            <a:r>
              <a:rPr lang="en-US" dirty="0"/>
              <a:t>Power BI Dashboard  Overall View</a:t>
            </a:r>
          </a:p>
          <a:p>
            <a:r>
              <a:rPr lang="en-IN" dirty="0"/>
              <a:t>Key Insights</a:t>
            </a:r>
          </a:p>
          <a:p>
            <a:r>
              <a:rPr lang="en-IN" dirty="0"/>
              <a:t>Business Suggestions</a:t>
            </a:r>
          </a:p>
          <a:p>
            <a:r>
              <a:rPr lang="en-IN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87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Analyze employee workforce data using Power BI.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Create HR KPIs for workforce size, age and work location.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Understand hiring, termination and workforce distribution patterns.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Analyze demographic and organizational features.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</a:defRPr>
            </a:pPr>
            <a:r>
              <a:t>• Provide data-driven HR insights and practical suggestions.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2. Dataset &amp;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Employee Records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22,214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Main Tool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Power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Preparation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Power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Calculation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DAX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HR data contains demographic, employment, location, hiring and termination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termdate was cleaned by removing the time portion using Text Before Delimiter.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termdate was converted to Date; missing values remained blank/null.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Close &amp; Apply loaded the prepared data into the Power BI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3. 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Total Employees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22,214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Average Age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38.43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Remote Employees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24.75%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HQ Employees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75.25%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average employee age is 38.43 years.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Remote employees represent roughly one-quarter of the workforce.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majority of employees are classified as Headquarters-based.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4. Workforce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2904"/>
            <a:ext cx="980472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Engineering is the largest department at approximately 6.7K employees.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Accounting is the second-largest displayed department at approximately 3.3K.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The remaining displayed departments have smaller workforce sizes.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927A8F-74FD-7C98-7B9C-6F333005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05" y="2491405"/>
            <a:ext cx="6213745" cy="3596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5. Workforce Demographics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Largest Age Groups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25–34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Gender Distribution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50.81% / 46.46%  2.72%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Largest State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Ohio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Race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White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The 25–54 age groups are the largest workforce segments.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The two largest gender categories are relatively close in size.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Ohio has the largest employee concentration, approximately 18.0K.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• White is the largest displayed race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6. Hiring &amp; Termination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</a:defRPr>
            </a:pPr>
            <a:r>
              <a:rPr dirty="0"/>
              <a:t>• Hiring counts rise sharply at the beginning and then remain comparatively stable with fluctuations.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</a:defRPr>
            </a:pPr>
            <a:r>
              <a:rPr dirty="0"/>
              <a:t>• Termination counts rise to a visible peak and decline toward the later period.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</a:defRPr>
            </a:pPr>
            <a:r>
              <a:rPr dirty="0"/>
              <a:t>• Further analysis by department, job title and location can explain these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DBA46E-8D1E-1565-7CA9-D4820A2CE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38750"/>
            <a:ext cx="5246494" cy="3482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E8B4DB-6AEF-FC6A-829E-6AA76EF58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87" y="1038750"/>
            <a:ext cx="5977708" cy="34826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7. Employee Status &amp; Job Titles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Active Employees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18.29K (82.31%)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Terminated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3.93K (17.69%)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Top Job Title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Research Assistant II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dirty="0"/>
              <a:t>Second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rPr dirty="0"/>
              <a:t>Business Analyst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Active employees make up the large majority of the workforce.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Research Assistant II is the largest displayed job-title category.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Business Analyst follows among the displayed job titles.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3764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8. Power BI Dashboard  Overall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Employees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22,214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14300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Average Age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38.43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Remote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24.75%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143000"/>
            <a:ext cx="256032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HQ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75.25%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State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Ohio ≈ 18.0K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Department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Engineering ≈ 6.7K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Location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HQ 75.25%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Status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Active 82.31%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25196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Age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25–54 largest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251960"/>
            <a:ext cx="3429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rPr dirty="0"/>
              <a:t>Job Title</a:t>
            </a:r>
          </a:p>
          <a:p>
            <a:pPr algn="ctr">
              <a:defRPr sz="1400"/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Research Assistant II – 754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9.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22,214 employee records are included, with an average age of 38.43 years.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75.25% are classified as Headquarters-based and 24.75% as Remote.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Engineering has the largest department workforce.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Ohio has a much larger employee concentration than the other displayed states.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Employees aged 25–54 form the largest age segments.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82.31% of records are Active and 17.69% are Terminated.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Hiring is comparatively stable after the initial rise, while termination counts show a distinct peak and later decline.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10. Business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Review Engineering staffing, workload and future skill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Evaluate roles suitable for remote or hybrid work given the current 75.25% HQ share.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Investigate termination patterns by department, job title, age group and location.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Align training and career-development programs with the large 25–54 workforce segments.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Monitor geographic workforce concentration, particularly Ohio, for future hiring and capacity planning.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</a:defRPr>
            </a:pPr>
            <a:r>
              <a:t>• Continue using Power BI for regular HR monitoring and management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rPr dirty="0"/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project demonstrates an end-to-end HR analytics workflow using Power Query, DAX and Power BI.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dashboard converts employee data into clear workforce KPIs and visual insights.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analysis covers workforce size, demographics, location, departments, hiring, termination and employee status.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• The findings provide a foundation for deeper HR investigation and workforce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764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MIR SADAB ALI</cp:lastModifiedBy>
  <cp:revision>2</cp:revision>
  <dcterms:created xsi:type="dcterms:W3CDTF">2013-01-27T09:14:16Z</dcterms:created>
  <dcterms:modified xsi:type="dcterms:W3CDTF">2026-09-30T12:47:39Z</dcterms:modified>
  <cp:category/>
</cp:coreProperties>
</file>